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Покажу приложение «Логопед-конструктор»: что оно умеет и какой результат даёт. Все картинки на слайдах — скриншоты самого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собирает занятие целиком. Цифры: более сорока тем по месяцам, тридцать одно задание, три возраста и пять разделов готового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процесс на одном экране: сверху вниз идут шаги настройки, внизу всегда доступна кнопка «Собрать занятие».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шаг — тема. Приложение предлагает тему текущего месяца, но можно открыть список и выбрать любую или создать свою.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Настройки привязаны к реальной работе логопеда: возраст, форма занятия, продолжительность по СанПиН и речевое заключение.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Переключателями включаются технологии: гимнастики, мнемотаблица и другие. Ниже — готовые наборы заданий по направлениям, счётчик показывает, сколько заданий выбрано.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Рабочий лист готов сразу: первое задание «Назови и покажи», дальше «Один — много», «Посчитай» и другие. Под каждым заданием есть подсказка для педагога.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Задания разбиты по направлениям: речь, математика, окружающий мир, моторика и внимание. Многие относятся сразу к двум направлениям.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схема для рассказа: восемь клеточек с вопросами. Справа — лабиринт «Помоги кролику найти морковку». Задания создаются по 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технологической карте расписаны этапы, задачи этапа, деятельность логопеда и детей. Справа — задание родителям для закрепления дома.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учреждения заполняются один раз и подставляются в титульный лист. Подключение бесплатного ИИ необязательно.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по примеру: занятие на 25 минут. Вводная часть 4 минуты, основная 19, заключительная 2. Рабочий лист из 8 заданий и все документы собираются автоматически.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Готова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ДЛЯ ANDROID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Логопед-конструктор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логопеда в детском саду: тема, задания, рабочий лист и документы за пару минут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1.2.0</a:t>
            </a:r>
            <a:endParaRPr lang="en-US" sz="1400" dirty="0"/>
          </a:p>
        </p:txBody>
      </p:sp>
      <p:sp>
        <p:nvSpPr>
          <p:cNvPr id="6" name="Главный экран frame"/>
          <p:cNvSpPr/>
          <p:nvPr/>
        </p:nvSpPr>
        <p:spPr>
          <a:xfrm>
            <a:off x="6620256" y="402336"/>
            <a:ext cx="2053370" cy="4315968"/>
          </a:xfrm>
          <a:prstGeom prst="roundRect">
            <a:avLst>
              <a:gd name="adj" fmla="val 8016"/>
            </a:avLst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pic>
        <p:nvPicPr>
          <p:cNvPr id="7" name="Главный экран" descr="Главный экра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457200"/>
            <a:ext cx="19436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 приложение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лексических тем: сентябрь – май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633472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70632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задания для рабочего листа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718304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возраста детей: 4–5, 5–6, 6–7 лет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803136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0296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940296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разделов: лист, конспект, техкарта, цели, родителям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задания строятся из слов выбранной темы, картинки совпадают со словами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Картинки: пиктограммы ARASAAC, встроенные рисунки, фото из интернета или галереи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результат: Word, печать в PDF, отправка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шагов до готового занятия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месяцам года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194560" y="15544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2331720" y="1691640"/>
            <a:ext cx="502920" cy="502920"/>
          </a:xfrm>
          <a:prstGeom prst="ellipse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6974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форма, речевое заключение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3840480" y="15544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3977640" y="1691640"/>
            <a:ext cx="502920" cy="502920"/>
          </a:xfrm>
          <a:prstGeom prst="ellipse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26974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слов темы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5486400" y="15544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20" name="step 4"/>
          <p:cNvSpPr/>
          <p:nvPr/>
        </p:nvSpPr>
        <p:spPr>
          <a:xfrm>
            <a:off x="5623560" y="1691640"/>
            <a:ext cx="502920" cy="502920"/>
          </a:xfrm>
          <a:prstGeom prst="ellipse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235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26974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гимнастики, мнемотаблица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7132320" y="15544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25" name="step 5"/>
          <p:cNvSpPr/>
          <p:nvPr/>
        </p:nvSpPr>
        <p:spPr>
          <a:xfrm>
            <a:off x="7269480" y="1691640"/>
            <a:ext cx="502920" cy="502920"/>
          </a:xfrm>
          <a:prstGeom prst="ellipse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26974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набор или свой</a:t>
            </a:r>
            <a:endParaRPr lang="en-US" sz="1200" dirty="0"/>
          </a:p>
        </p:txBody>
      </p:sp>
      <p:sp>
        <p:nvSpPr>
          <p:cNvPr id="29" name="Собрать занятие"/>
          <p:cNvSpPr/>
          <p:nvPr/>
        </p:nvSpPr>
        <p:spPr>
          <a:xfrm>
            <a:off x="548640" y="3931920"/>
            <a:ext cx="8046720" cy="731520"/>
          </a:xfrm>
          <a:prstGeom prst="roundRect">
            <a:avLst>
              <a:gd name="adj" fmla="val 17500"/>
            </a:avLst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«Собрать занятие» — и готовы рабочий лист, конспект, техкарта, цели и задание родителям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Лексическая тема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 разложены по месяцам учебного года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названию и своя тема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темы свой набор слов и обобщающее понятие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Например, ноябрь: «Домашние животные», 10 слов</a:t>
            </a:r>
            <a:endParaRPr lang="en-US" sz="1800" dirty="0"/>
          </a:p>
        </p:txBody>
      </p:sp>
      <p:sp>
        <p:nvSpPr>
          <p:cNvPr id="5" name="Выбор темы frame"/>
          <p:cNvSpPr/>
          <p:nvPr/>
        </p:nvSpPr>
        <p:spPr>
          <a:xfrm>
            <a:off x="6254496" y="356616"/>
            <a:ext cx="2095623" cy="4407408"/>
          </a:xfrm>
          <a:prstGeom prst="roundRect">
            <a:avLst>
              <a:gd name="adj" fmla="val 7854"/>
            </a:avLst>
          </a:prstGeom>
          <a:solidFill>
            <a:srgbClr val="4B38D6"/>
          </a:solidFill>
          <a:ln w="12700">
            <a:solidFill>
              <a:srgbClr val="4B38D6"/>
            </a:solidFill>
            <a:prstDash val="solid"/>
          </a:ln>
        </p:spPr>
      </p:sp>
      <p:pic>
        <p:nvPicPr>
          <p:cNvPr id="6" name="Выбор темы" descr="Выбор тем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11480"/>
            <a:ext cx="19858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2–4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группы</a:t>
            </a:r>
            <a:endParaRPr lang="en-US" sz="3000" dirty="0"/>
          </a:p>
        </p:txBody>
      </p:sp>
      <p:sp>
        <p:nvSpPr>
          <p:cNvPr id="4" name="Настройка группы frame"/>
          <p:cNvSpPr/>
          <p:nvPr/>
        </p:nvSpPr>
        <p:spPr>
          <a:xfrm>
            <a:off x="630936" y="996696"/>
            <a:ext cx="1842104" cy="3858768"/>
          </a:xfrm>
          <a:prstGeom prst="roundRect">
            <a:avLst>
              <a:gd name="adj" fmla="val 8935"/>
            </a:avLst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pic>
        <p:nvPicPr>
          <p:cNvPr id="5" name="Настройка группы" descr="Настройка групп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1732376" cy="374904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3566160" y="1280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70332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и форма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703320" y="17190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Фронтальное, подгрупповое, индивидуальное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309360" y="1280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занятия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7190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Изучение нового или закрепление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3566160" y="24688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0332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2907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СанПиН, автоматически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309360" y="24688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Речевое заключение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907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ОНР, ФФНР, ФНР, ТНР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3566160" y="36576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0332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03320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Лексика, звук, связная речь, ФЭМП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309360" y="36576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46520" y="3749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слов темы со звуком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5–7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и задания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и этапы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Артикуляционная и дыхательная гимнастика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Пальчиковая гимнастика, су-джок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Динамическая пауза (логоритмика)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Кинезиологические упражнения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Мнемотаблица и ИКТ-презентация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наборы заданий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направлению · Речь · Математика · Окружающий мир · Смешанный. Любое задание можно включить или убрать.</a:t>
            </a:r>
            <a:endParaRPr lang="en-US" sz="1500" dirty="0"/>
          </a:p>
        </p:txBody>
      </p:sp>
      <p:sp>
        <p:nvSpPr>
          <p:cNvPr id="8" name="Выбор заданий frame"/>
          <p:cNvSpPr/>
          <p:nvPr/>
        </p:nvSpPr>
        <p:spPr>
          <a:xfrm>
            <a:off x="6254496" y="356616"/>
            <a:ext cx="2095623" cy="4407408"/>
          </a:xfrm>
          <a:prstGeom prst="roundRect">
            <a:avLst>
              <a:gd name="adj" fmla="val 7854"/>
            </a:avLst>
          </a:prstGeom>
          <a:solidFill>
            <a:srgbClr val="4B38D6"/>
          </a:solidFill>
          <a:ln w="12700">
            <a:solidFill>
              <a:srgbClr val="4B38D6"/>
            </a:solidFill>
            <a:prstDash val="solid"/>
          </a:ln>
        </p:spPr>
      </p:sp>
      <p:pic>
        <p:nvPicPr>
          <p:cNvPr id="9" name="Выбор заданий" descr="Выбор задан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11480"/>
            <a:ext cx="19858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лист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из слов темы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педагога: подсказка и ответ под каждым заданием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«Другие слова» и «Картинки» меняют задание в один клик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лист, печать, отправка</a:t>
            </a:r>
            <a:endParaRPr lang="en-US" sz="1600" dirty="0"/>
          </a:p>
        </p:txBody>
      </p:sp>
      <p:sp>
        <p:nvSpPr>
          <p:cNvPr id="5" name="Рабочий лист frame"/>
          <p:cNvSpPr/>
          <p:nvPr/>
        </p:nvSpPr>
        <p:spPr>
          <a:xfrm>
            <a:off x="4242816" y="356616"/>
            <a:ext cx="2095623" cy="4407408"/>
          </a:xfrm>
          <a:prstGeom prst="roundRect">
            <a:avLst>
              <a:gd name="adj" fmla="val 7854"/>
            </a:avLst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pic>
        <p:nvPicPr>
          <p:cNvPr id="6" name="Рабочий лист" descr="Рабочий лис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411480"/>
            <a:ext cx="1985895" cy="4297680"/>
          </a:xfrm>
          <a:prstGeom prst="rect">
            <a:avLst/>
          </a:prstGeom>
        </p:spPr>
      </p:pic>
      <p:sp>
        <p:nvSpPr>
          <p:cNvPr id="7" name="Задание Посчитай frame"/>
          <p:cNvSpPr/>
          <p:nvPr/>
        </p:nvSpPr>
        <p:spPr>
          <a:xfrm>
            <a:off x="6720840" y="914400"/>
            <a:ext cx="2373782" cy="3017520"/>
          </a:xfrm>
          <a:prstGeom prst="roundRect">
            <a:avLst>
              <a:gd name="adj" fmla="val 46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Задание Посчитай" descr="Задание «Посчитай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60120"/>
            <a:ext cx="228234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задание, 4 направления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 и покажи · Один — много · Назови ласково · Чей? Чья? Чьё? · Предлоги: где? · Слоги · Первый звук · Отгадай загадку · Рассказ по схеме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663440" y="137160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745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Посчитай · Найди и посчитай · Сосчитай и соедини с цифрой · Больше, меньше, поровну · Какой по счёту? · Продолжи ряд · Большой — маленький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31546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264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Окружающий мир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57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Четвёртый лишний · Разложи по группам · У кого кто? · Кто что ест?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663440" y="31546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A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264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Моторика и внимание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Лабиринт и другие задания на зрительно-моторную координацию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ЗАДАНИЙ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Схемы, лабиринты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Связная речь: рассказ по схеме из 8 вопросов, образец рассказа для педагога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Зрительно-моторная координация: лабиринт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Классификация: «Четвёртый лишний»</a:t>
            </a:r>
            <a:endParaRPr lang="en-US" sz="1600" dirty="0"/>
          </a:p>
        </p:txBody>
      </p:sp>
      <p:sp>
        <p:nvSpPr>
          <p:cNvPr id="5" name="Рассказ по схеме frame"/>
          <p:cNvSpPr/>
          <p:nvPr/>
        </p:nvSpPr>
        <p:spPr>
          <a:xfrm>
            <a:off x="4251960" y="411480"/>
            <a:ext cx="2470357" cy="4114800"/>
          </a:xfrm>
          <a:prstGeom prst="roundRect">
            <a:avLst>
              <a:gd name="adj" fmla="val 37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Рассказ по схеме" descr="Задание «Расскажи по схеме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457200"/>
            <a:ext cx="2378917" cy="4023360"/>
          </a:xfrm>
          <a:prstGeom prst="rect">
            <a:avLst/>
          </a:prstGeom>
        </p:spPr>
      </p:pic>
      <p:sp>
        <p:nvSpPr>
          <p:cNvPr id="7" name="Лабиринт frame"/>
          <p:cNvSpPr/>
          <p:nvPr/>
        </p:nvSpPr>
        <p:spPr>
          <a:xfrm>
            <a:off x="6720840" y="411480"/>
            <a:ext cx="2316128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Лабиринт" descr="Задание «Лабиринт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57200"/>
            <a:ext cx="2224688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B3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БУМАГИ МЕТОДИСТА ГОТОВЫ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Конспект занятия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Технологическая карта с этапами и минутами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родителям для дома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Word, печать в PDF, отправка</a:t>
            </a:r>
            <a:endParaRPr lang="en-US" sz="1600" dirty="0"/>
          </a:p>
        </p:txBody>
      </p:sp>
      <p:sp>
        <p:nvSpPr>
          <p:cNvPr id="5" name="Технологическая карта frame"/>
          <p:cNvSpPr/>
          <p:nvPr/>
        </p:nvSpPr>
        <p:spPr>
          <a:xfrm>
            <a:off x="4425696" y="448056"/>
            <a:ext cx="2011117" cy="4224528"/>
          </a:xfrm>
          <a:prstGeom prst="roundRect">
            <a:avLst>
              <a:gd name="adj" fmla="val 8184"/>
            </a:avLst>
          </a:prstGeom>
          <a:solidFill>
            <a:srgbClr val="4B38D6"/>
          </a:solidFill>
          <a:ln w="12700">
            <a:solidFill>
              <a:srgbClr val="4B38D6"/>
            </a:solidFill>
            <a:prstDash val="solid"/>
          </a:ln>
        </p:spPr>
      </p:sp>
      <p:pic>
        <p:nvPicPr>
          <p:cNvPr id="6" name="Технологическая карта" descr="Технологическая кар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502920"/>
            <a:ext cx="1901389" cy="4114800"/>
          </a:xfrm>
          <a:prstGeom prst="rect">
            <a:avLst/>
          </a:prstGeom>
        </p:spPr>
      </p:pic>
      <p:sp>
        <p:nvSpPr>
          <p:cNvPr id="7" name="Задание родителям frame"/>
          <p:cNvSpPr/>
          <p:nvPr/>
        </p:nvSpPr>
        <p:spPr>
          <a:xfrm>
            <a:off x="6848856" y="448056"/>
            <a:ext cx="2011117" cy="4224528"/>
          </a:xfrm>
          <a:prstGeom prst="roundRect">
            <a:avLst>
              <a:gd name="adj" fmla="val 8184"/>
            </a:avLst>
          </a:prstGeom>
          <a:solidFill>
            <a:srgbClr val="B9B3E6"/>
          </a:solidFill>
          <a:ln w="12700">
            <a:solidFill>
              <a:srgbClr val="B9B3E6"/>
            </a:solidFill>
            <a:prstDash val="solid"/>
          </a:ln>
        </p:spPr>
      </p:sp>
      <p:pic>
        <p:nvPicPr>
          <p:cNvPr id="8" name="Задание родителям" descr="Задание родителя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502920"/>
            <a:ext cx="190138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 — И В КАЖДОМ ДОКУМЕНТЕ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учреждения, город, ФИО составителя, должность и группа попадают на титульный лист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Word: шрифт 14 или 12 пт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материалов со всеми темами и историей занятий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ИИ можно подключить по желанию</a:t>
            </a:r>
            <a:endParaRPr lang="en-US" sz="1600" dirty="0"/>
          </a:p>
        </p:txBody>
      </p:sp>
      <p:sp>
        <p:nvSpPr>
          <p:cNvPr id="5" name="Настройки frame"/>
          <p:cNvSpPr/>
          <p:nvPr/>
        </p:nvSpPr>
        <p:spPr>
          <a:xfrm>
            <a:off x="6620256" y="402336"/>
            <a:ext cx="2053370" cy="4315968"/>
          </a:xfrm>
          <a:prstGeom prst="roundRect">
            <a:avLst>
              <a:gd name="adj" fmla="val 8016"/>
            </a:avLst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pic>
        <p:nvPicPr>
          <p:cNvPr id="6" name="Настройки" descr="Настрой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457200"/>
            <a:ext cx="19436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ИТОГОВЫЕ РЕЗУЛЬТАТЫ · 5–6 ЛЕТ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«Домашние животные»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4475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 по СанПиН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633472" y="13716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70632" y="144475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заданий в рабочем листе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718304" y="13716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44475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 занятия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803136" y="13716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2B2663"/>
          </a:solidFill>
          <a:ln w="12700">
            <a:solidFill>
              <a:srgbClr val="2B26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0296" y="144475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940296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готовых разделов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 занятия по техкарте</a:t>
            </a:r>
            <a:endParaRPr lang="en-US" sz="1600" dirty="0"/>
          </a:p>
        </p:txBody>
      </p:sp>
      <p:sp>
        <p:nvSpPr>
          <p:cNvPr id="17" name="4 мин"/>
          <p:cNvSpPr/>
          <p:nvPr/>
        </p:nvSpPr>
        <p:spPr>
          <a:xfrm>
            <a:off x="548640" y="3429000"/>
            <a:ext cx="1250899" cy="640080"/>
          </a:xfrm>
          <a:prstGeom prst="rect">
            <a:avLst/>
          </a:prstGeom>
          <a:solidFill>
            <a:srgbClr val="F5B042"/>
          </a:solidFill>
          <a:ln w="12700">
            <a:solidFill>
              <a:srgbClr val="F5B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" y="3429000"/>
            <a:ext cx="11960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мин</a:t>
            </a:r>
            <a:endParaRPr lang="en-US" sz="1200" dirty="0"/>
          </a:p>
        </p:txBody>
      </p:sp>
      <p:sp>
        <p:nvSpPr>
          <p:cNvPr id="19" name="Основная часть · 19 минут"/>
          <p:cNvSpPr/>
          <p:nvPr/>
        </p:nvSpPr>
        <p:spPr>
          <a:xfrm>
            <a:off x="1836115" y="3429000"/>
            <a:ext cx="6078931" cy="640080"/>
          </a:xfrm>
          <a:prstGeom prst="rect">
            <a:avLst/>
          </a:prstGeom>
          <a:solidFill>
            <a:srgbClr val="4B38D6"/>
          </a:solidFill>
          <a:ln w="12700">
            <a:solidFill>
              <a:srgbClr val="4B3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63547" y="3429000"/>
            <a:ext cx="60240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· 19 минут</a:t>
            </a:r>
            <a:endParaRPr lang="en-US" sz="1200" dirty="0"/>
          </a:p>
        </p:txBody>
      </p:sp>
      <p:sp>
        <p:nvSpPr>
          <p:cNvPr id="21" name="2 мин"/>
          <p:cNvSpPr/>
          <p:nvPr/>
        </p:nvSpPr>
        <p:spPr>
          <a:xfrm>
            <a:off x="7951622" y="3429000"/>
            <a:ext cx="607162" cy="640080"/>
          </a:xfrm>
          <a:prstGeom prst="rect">
            <a:avLst/>
          </a:prstGeom>
          <a:solidFill>
            <a:srgbClr val="B9B3E6"/>
          </a:solidFill>
          <a:ln w="12700">
            <a:solidFill>
              <a:srgbClr val="B9B3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79054" y="3429000"/>
            <a:ext cx="55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мин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Организационный момент, мотивация, гимнастики, лексико-грамматические игры, динамическая пауза, рассказ по мнемотаблице, рефлексия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B3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за пару минут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Тема, группа и задания на одном экране. Рабочий лист и документы в Word.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Логопед-конструктор</dc:title>
  <dc:subject>PptxGenJS Presentation</dc:subject>
  <dc:creator>Логопед-конструктор</dc:creator>
  <cp:lastModifiedBy>Логопед-конструктор</cp:lastModifiedBy>
  <cp:revision>1</cp:revision>
  <dcterms:created xsi:type="dcterms:W3CDTF">2026-10-03T18:12:08Z</dcterms:created>
  <dcterms:modified xsi:type="dcterms:W3CDTF">2026-10-03T18:12:08Z</dcterms:modified>
</cp:coreProperties>
</file>